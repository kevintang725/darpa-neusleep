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8686800" cy="10406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32" d="100"/>
          <a:sy n="32" d="100"/>
        </p:scale>
        <p:origin x="1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510" y="1703030"/>
            <a:ext cx="7383780" cy="3622852"/>
          </a:xfrm>
        </p:spPr>
        <p:txBody>
          <a:bodyPr anchor="b"/>
          <a:lstStyle>
            <a:lvl1pPr algn="ctr"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5465593"/>
            <a:ext cx="6515100" cy="2512389"/>
          </a:xfrm>
        </p:spPr>
        <p:txBody>
          <a:bodyPr/>
          <a:lstStyle>
            <a:lvl1pPr marL="0" indent="0" algn="ctr">
              <a:buNone/>
              <a:defRPr sz="2280"/>
            </a:lvl1pPr>
            <a:lvl2pPr marL="434340" indent="0" algn="ctr">
              <a:buNone/>
              <a:defRPr sz="1900"/>
            </a:lvl2pPr>
            <a:lvl3pPr marL="868680" indent="0" algn="ctr">
              <a:buNone/>
              <a:defRPr sz="1710"/>
            </a:lvl3pPr>
            <a:lvl4pPr marL="1303020" indent="0" algn="ctr">
              <a:buNone/>
              <a:defRPr sz="1520"/>
            </a:lvl4pPr>
            <a:lvl5pPr marL="1737360" indent="0" algn="ctr">
              <a:buNone/>
              <a:defRPr sz="1520"/>
            </a:lvl5pPr>
            <a:lvl6pPr marL="2171700" indent="0" algn="ctr">
              <a:buNone/>
              <a:defRPr sz="1520"/>
            </a:lvl6pPr>
            <a:lvl7pPr marL="2606040" indent="0" algn="ctr">
              <a:buNone/>
              <a:defRPr sz="1520"/>
            </a:lvl7pPr>
            <a:lvl8pPr marL="3040380" indent="0" algn="ctr">
              <a:buNone/>
              <a:defRPr sz="1520"/>
            </a:lvl8pPr>
            <a:lvl9pPr marL="3474720" indent="0" algn="ctr">
              <a:buNone/>
              <a:defRPr sz="1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4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4" y="2594293"/>
            <a:ext cx="7492365" cy="4328632"/>
          </a:xfrm>
        </p:spPr>
        <p:txBody>
          <a:bodyPr anchor="b"/>
          <a:lstStyle>
            <a:lvl1pPr>
              <a:defRPr sz="5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4" y="6963875"/>
            <a:ext cx="7492365" cy="2276326"/>
          </a:xfrm>
        </p:spPr>
        <p:txBody>
          <a:bodyPr/>
          <a:lstStyle>
            <a:lvl1pPr marL="0" indent="0">
              <a:buNone/>
              <a:defRPr sz="2280">
                <a:solidFill>
                  <a:schemeClr val="tx1"/>
                </a:solidFill>
              </a:defRPr>
            </a:lvl1pPr>
            <a:lvl2pPr marL="43434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86868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3pPr>
            <a:lvl4pPr marL="130302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4pPr>
            <a:lvl5pPr marL="173736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5pPr>
            <a:lvl6pPr marL="217170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6pPr>
            <a:lvl7pPr marL="260604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7pPr>
            <a:lvl8pPr marL="304038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8pPr>
            <a:lvl9pPr marL="3474720" indent="0">
              <a:buNone/>
              <a:defRPr sz="1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7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2770133"/>
            <a:ext cx="3691890" cy="660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2770133"/>
            <a:ext cx="3691890" cy="660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2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554029"/>
            <a:ext cx="7492365" cy="2011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50" y="2550932"/>
            <a:ext cx="3674923" cy="125017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50" y="3801103"/>
            <a:ext cx="3674923" cy="559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2550932"/>
            <a:ext cx="3693021" cy="125017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34340" indent="0">
              <a:buNone/>
              <a:defRPr sz="1900" b="1"/>
            </a:lvl2pPr>
            <a:lvl3pPr marL="868680" indent="0">
              <a:buNone/>
              <a:defRPr sz="1710" b="1"/>
            </a:lvl3pPr>
            <a:lvl4pPr marL="1303020" indent="0">
              <a:buNone/>
              <a:defRPr sz="1520" b="1"/>
            </a:lvl4pPr>
            <a:lvl5pPr marL="1737360" indent="0">
              <a:buNone/>
              <a:defRPr sz="1520" b="1"/>
            </a:lvl5pPr>
            <a:lvl6pPr marL="2171700" indent="0">
              <a:buNone/>
              <a:defRPr sz="1520" b="1"/>
            </a:lvl6pPr>
            <a:lvl7pPr marL="2606040" indent="0">
              <a:buNone/>
              <a:defRPr sz="1520" b="1"/>
            </a:lvl7pPr>
            <a:lvl8pPr marL="3040380" indent="0">
              <a:buNone/>
              <a:defRPr sz="1520" b="1"/>
            </a:lvl8pPr>
            <a:lvl9pPr marL="3474720" indent="0">
              <a:buNone/>
              <a:defRPr sz="1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3801103"/>
            <a:ext cx="3693021" cy="559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0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5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693738"/>
            <a:ext cx="2801719" cy="2428081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1498283"/>
            <a:ext cx="4397693" cy="7395049"/>
          </a:xfrm>
        </p:spPr>
        <p:txBody>
          <a:bodyPr/>
          <a:lstStyle>
            <a:lvl1pPr>
              <a:defRPr sz="3040"/>
            </a:lvl1pPr>
            <a:lvl2pPr>
              <a:defRPr sz="2660"/>
            </a:lvl2pPr>
            <a:lvl3pPr>
              <a:defRPr sz="228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3121819"/>
            <a:ext cx="2801719" cy="5783556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61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693738"/>
            <a:ext cx="2801719" cy="2428081"/>
          </a:xfrm>
        </p:spPr>
        <p:txBody>
          <a:bodyPr anchor="b"/>
          <a:lstStyle>
            <a:lvl1pPr>
              <a:defRPr sz="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1498283"/>
            <a:ext cx="4397693" cy="7395049"/>
          </a:xfrm>
        </p:spPr>
        <p:txBody>
          <a:bodyPr anchor="t"/>
          <a:lstStyle>
            <a:lvl1pPr marL="0" indent="0">
              <a:buNone/>
              <a:defRPr sz="3040"/>
            </a:lvl1pPr>
            <a:lvl2pPr marL="434340" indent="0">
              <a:buNone/>
              <a:defRPr sz="2660"/>
            </a:lvl2pPr>
            <a:lvl3pPr marL="868680" indent="0">
              <a:buNone/>
              <a:defRPr sz="2280"/>
            </a:lvl3pPr>
            <a:lvl4pPr marL="1303020" indent="0">
              <a:buNone/>
              <a:defRPr sz="1900"/>
            </a:lvl4pPr>
            <a:lvl5pPr marL="1737360" indent="0">
              <a:buNone/>
              <a:defRPr sz="1900"/>
            </a:lvl5pPr>
            <a:lvl6pPr marL="2171700" indent="0">
              <a:buNone/>
              <a:defRPr sz="1900"/>
            </a:lvl6pPr>
            <a:lvl7pPr marL="2606040" indent="0">
              <a:buNone/>
              <a:defRPr sz="1900"/>
            </a:lvl7pPr>
            <a:lvl8pPr marL="3040380" indent="0">
              <a:buNone/>
              <a:defRPr sz="1900"/>
            </a:lvl8pPr>
            <a:lvl9pPr marL="3474720" indent="0">
              <a:buNone/>
              <a:defRPr sz="1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3121819"/>
            <a:ext cx="2801719" cy="5783556"/>
          </a:xfrm>
        </p:spPr>
        <p:txBody>
          <a:bodyPr/>
          <a:lstStyle>
            <a:lvl1pPr marL="0" indent="0">
              <a:buNone/>
              <a:defRPr sz="1520"/>
            </a:lvl1pPr>
            <a:lvl2pPr marL="434340" indent="0">
              <a:buNone/>
              <a:defRPr sz="1330"/>
            </a:lvl2pPr>
            <a:lvl3pPr marL="868680" indent="0">
              <a:buNone/>
              <a:defRPr sz="1140"/>
            </a:lvl3pPr>
            <a:lvl4pPr marL="1303020" indent="0">
              <a:buNone/>
              <a:defRPr sz="950"/>
            </a:lvl4pPr>
            <a:lvl5pPr marL="1737360" indent="0">
              <a:buNone/>
              <a:defRPr sz="950"/>
            </a:lvl5pPr>
            <a:lvl6pPr marL="2171700" indent="0">
              <a:buNone/>
              <a:defRPr sz="950"/>
            </a:lvl6pPr>
            <a:lvl7pPr marL="2606040" indent="0">
              <a:buNone/>
              <a:defRPr sz="950"/>
            </a:lvl7pPr>
            <a:lvl8pPr marL="3040380" indent="0">
              <a:buNone/>
              <a:defRPr sz="950"/>
            </a:lvl8pPr>
            <a:lvl9pPr marL="3474720" indent="0">
              <a:buNone/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7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9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2" y="554027"/>
            <a:ext cx="1873091" cy="88186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8" y="554027"/>
            <a:ext cx="5510689" cy="88186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76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554029"/>
            <a:ext cx="7492365" cy="201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2770133"/>
            <a:ext cx="7492365" cy="660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9644881"/>
            <a:ext cx="1954530" cy="554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56133D-9DA4-2C45-80CB-DC3222ABE5C4}" type="datetimeFigureOut">
              <a:rPr lang="en-US" smtClean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9644881"/>
            <a:ext cx="2931795" cy="554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9644881"/>
            <a:ext cx="1954530" cy="554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84150-EE3F-9E4C-B019-17CF958D0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9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8680" rtl="0" eaLnBrk="1" latinLnBrk="0" hangingPunct="1">
        <a:lnSpc>
          <a:spcPct val="90000"/>
        </a:lnSpc>
        <a:spcBef>
          <a:spcPct val="0"/>
        </a:spcBef>
        <a:buNone/>
        <a:defRPr sz="41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170" indent="-217170" algn="l" defTabSz="86868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60" kern="1200">
          <a:solidFill>
            <a:schemeClr val="tx1"/>
          </a:solidFill>
          <a:latin typeface="+mn-lt"/>
          <a:ea typeface="+mn-ea"/>
          <a:cs typeface="+mn-cs"/>
        </a:defRPr>
      </a:lvl1pPr>
      <a:lvl2pPr marL="6515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8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1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95453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38887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82321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25755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691890" indent="-217170" algn="l" defTabSz="868680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1pPr>
      <a:lvl2pPr marL="4343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3pPr>
      <a:lvl4pPr marL="13030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3736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7170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60604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304038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474720" algn="l" defTabSz="868680" rtl="0" eaLnBrk="1" latinLnBrk="0" hangingPunct="1"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BA5E41-7AF2-2C42-AEC4-9D50C959A9AB}"/>
              </a:ext>
            </a:extLst>
          </p:cNvPr>
          <p:cNvSpPr/>
          <p:nvPr/>
        </p:nvSpPr>
        <p:spPr>
          <a:xfrm>
            <a:off x="331076" y="331076"/>
            <a:ext cx="8071945" cy="97273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18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1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E7968-C896-6E44-9960-A05E770DEFB5}"/>
              </a:ext>
            </a:extLst>
          </p:cNvPr>
          <p:cNvSpPr txBox="1"/>
          <p:nvPr/>
        </p:nvSpPr>
        <p:spPr>
          <a:xfrm>
            <a:off x="-405963" y="2506716"/>
            <a:ext cx="94987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</a:p>
          <a:p>
            <a:pPr algn="ctr"/>
            <a:r>
              <a:rPr lang="en-US" sz="15000" b="1" dirty="0">
                <a:latin typeface="Arial" panose="020B0604020202020204" pitchFamily="34" charset="0"/>
                <a:cs typeface="Arial" panose="020B0604020202020204" pitchFamily="34" charset="0"/>
              </a:rPr>
              <a:t>EMOTION</a:t>
            </a:r>
          </a:p>
        </p:txBody>
      </p:sp>
    </p:spTree>
    <p:extLst>
      <p:ext uri="{BB962C8B-B14F-4D97-AF65-F5344CB8AC3E}">
        <p14:creationId xmlns:p14="http://schemas.microsoft.com/office/powerpoint/2010/main" val="697054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E7968-C896-6E44-9960-A05E770DEFB5}"/>
              </a:ext>
            </a:extLst>
          </p:cNvPr>
          <p:cNvSpPr txBox="1"/>
          <p:nvPr/>
        </p:nvSpPr>
        <p:spPr>
          <a:xfrm>
            <a:off x="-405963" y="2506716"/>
            <a:ext cx="94987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</a:p>
          <a:p>
            <a:pPr algn="ctr"/>
            <a:r>
              <a:rPr lang="en-US" sz="15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FACES</a:t>
            </a:r>
            <a:endParaRPr lang="en-US" sz="15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64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E7968-C896-6E44-9960-A05E770DEFB5}"/>
              </a:ext>
            </a:extLst>
          </p:cNvPr>
          <p:cNvSpPr txBox="1"/>
          <p:nvPr/>
        </p:nvSpPr>
        <p:spPr>
          <a:xfrm>
            <a:off x="-405963" y="2506716"/>
            <a:ext cx="94987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0" b="1" dirty="0"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</a:p>
          <a:p>
            <a:pPr algn="ctr"/>
            <a:r>
              <a:rPr lang="en-US" sz="15000" b="1" dirty="0">
                <a:latin typeface="Arial" panose="020B0604020202020204" pitchFamily="34" charset="0"/>
                <a:cs typeface="Arial" panose="020B0604020202020204" pitchFamily="34" charset="0"/>
              </a:rPr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345602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6</Words>
  <Application>Microsoft Office PowerPoint</Application>
  <PresentationFormat>Custom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Fonzo, Greg A</dc:creator>
  <cp:lastModifiedBy>Fonzo, Greg A</cp:lastModifiedBy>
  <cp:revision>5</cp:revision>
  <dcterms:created xsi:type="dcterms:W3CDTF">2021-06-14T20:35:58Z</dcterms:created>
  <dcterms:modified xsi:type="dcterms:W3CDTF">2021-09-16T20:32:51Z</dcterms:modified>
</cp:coreProperties>
</file>