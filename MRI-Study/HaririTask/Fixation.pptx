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13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28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2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9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0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8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6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9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86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9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F4A05-6BD2-E44E-B397-4AA09187D248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50B2D-FC8A-1341-80BE-607F2EA7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ss 3">
            <a:extLst>
              <a:ext uri="{FF2B5EF4-FFF2-40B4-BE49-F238E27FC236}">
                <a16:creationId xmlns:a16="http://schemas.microsoft.com/office/drawing/2014/main" id="{A362F92C-E63C-7E4C-B44A-886835DBB35E}"/>
              </a:ext>
            </a:extLst>
          </p:cNvPr>
          <p:cNvSpPr/>
          <p:nvPr/>
        </p:nvSpPr>
        <p:spPr>
          <a:xfrm>
            <a:off x="4050586" y="2920429"/>
            <a:ext cx="1042827" cy="1017142"/>
          </a:xfrm>
          <a:prstGeom prst="plus">
            <a:avLst>
              <a:gd name="adj" fmla="val 4217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00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Fonzo, Greg A</dc:creator>
  <cp:lastModifiedBy>Fonzo, Greg A</cp:lastModifiedBy>
  <cp:revision>1</cp:revision>
  <dcterms:created xsi:type="dcterms:W3CDTF">2021-06-14T22:11:10Z</dcterms:created>
  <dcterms:modified xsi:type="dcterms:W3CDTF">2021-06-14T22:12:21Z</dcterms:modified>
</cp:coreProperties>
</file>