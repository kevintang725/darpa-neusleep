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7772400" cy="9985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74"/>
  </p:normalViewPr>
  <p:slideViewPr>
    <p:cSldViewPr snapToGrid="0" snapToObjects="1">
      <p:cViewPr varScale="1">
        <p:scale>
          <a:sx n="90" d="100"/>
          <a:sy n="90" d="100"/>
        </p:scale>
        <p:origin x="32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34181"/>
            <a:ext cx="6606540" cy="347639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44634"/>
            <a:ext cx="5829300" cy="2410820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A8E58-348E-CE49-B9E3-BE50C9C74E57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B143-3FF6-7A48-8EC2-E54DC6C3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11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A8E58-348E-CE49-B9E3-BE50C9C74E57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B143-3FF6-7A48-8EC2-E54DC6C3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5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489412"/>
            <a:ext cx="6703695" cy="4153638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682345"/>
            <a:ext cx="6703695" cy="2184300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A8E58-348E-CE49-B9E3-BE50C9C74E57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B143-3FF6-7A48-8EC2-E54DC6C3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58144"/>
            <a:ext cx="3303270" cy="63356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58144"/>
            <a:ext cx="3303270" cy="63356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A8E58-348E-CE49-B9E3-BE50C9C74E57}" type="datetimeFigureOut">
              <a:rPr lang="en-US" smtClean="0"/>
              <a:t>6/14/21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B143-3FF6-7A48-8EC2-E54DC6C3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2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1631"/>
            <a:ext cx="6703695" cy="1930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47805"/>
            <a:ext cx="3288089" cy="1199631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47436"/>
            <a:ext cx="3288089" cy="5364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47805"/>
            <a:ext cx="3304282" cy="1199631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47436"/>
            <a:ext cx="3304282" cy="5364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A8E58-348E-CE49-B9E3-BE50C9C74E57}" type="datetimeFigureOut">
              <a:rPr lang="en-US" smtClean="0"/>
              <a:t>6/14/21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B143-3FF6-7A48-8EC2-E54DC6C3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5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A8E58-348E-CE49-B9E3-BE50C9C74E57}" type="datetimeFigureOut">
              <a:rPr lang="en-US" smtClean="0"/>
              <a:t>6/14/21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B143-3FF6-7A48-8EC2-E54DC6C3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08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A8E58-348E-CE49-B9E3-BE50C9C74E57}" type="datetimeFigureOut">
              <a:rPr lang="en-US" smtClean="0"/>
              <a:t>6/14/21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B143-3FF6-7A48-8EC2-E54DC6C3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82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65692"/>
            <a:ext cx="2506801" cy="2329921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37711"/>
            <a:ext cx="3934778" cy="7096088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995612"/>
            <a:ext cx="2506801" cy="5549743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A8E58-348E-CE49-B9E3-BE50C9C74E57}" type="datetimeFigureOut">
              <a:rPr lang="en-US" smtClean="0"/>
              <a:t>6/14/21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B143-3FF6-7A48-8EC2-E54DC6C3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6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65692"/>
            <a:ext cx="2506801" cy="2329921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37711"/>
            <a:ext cx="3934778" cy="7096088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995612"/>
            <a:ext cx="2506801" cy="5549743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A8E58-348E-CE49-B9E3-BE50C9C74E57}" type="datetimeFigureOut">
              <a:rPr lang="en-US" smtClean="0"/>
              <a:t>6/14/21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B143-3FF6-7A48-8EC2-E54DC6C3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7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A8E58-348E-CE49-B9E3-BE50C9C74E57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B143-3FF6-7A48-8EC2-E54DC6C3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1629"/>
            <a:ext cx="1675924" cy="84621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1629"/>
            <a:ext cx="4930616" cy="84621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A8E58-348E-CE49-B9E3-BE50C9C74E57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B143-3FF6-7A48-8EC2-E54DC6C3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40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1631"/>
            <a:ext cx="6703695" cy="193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58144"/>
            <a:ext cx="6703695" cy="6335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254965"/>
            <a:ext cx="1748790" cy="531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A8E58-348E-CE49-B9E3-BE50C9C74E57}" type="datetimeFigureOut">
              <a:rPr lang="en-US" smtClean="0"/>
              <a:t>6/14/21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254965"/>
            <a:ext cx="2623185" cy="531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254965"/>
            <a:ext cx="1748790" cy="531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6B143-3FF6-7A48-8EC2-E54DC6C3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9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F0BB65B-D5E6-344B-A424-527FF5EC5259}"/>
              </a:ext>
            </a:extLst>
          </p:cNvPr>
          <p:cNvSpPr/>
          <p:nvPr/>
        </p:nvSpPr>
        <p:spPr>
          <a:xfrm>
            <a:off x="300037" y="1577974"/>
            <a:ext cx="7172325" cy="68294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130341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F0BB65B-D5E6-344B-A424-527FF5EC5259}"/>
              </a:ext>
            </a:extLst>
          </p:cNvPr>
          <p:cNvSpPr/>
          <p:nvPr/>
        </p:nvSpPr>
        <p:spPr>
          <a:xfrm>
            <a:off x="2157412" y="1577974"/>
            <a:ext cx="3457575" cy="68294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767490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F0BB65B-D5E6-344B-A424-527FF5EC5259}"/>
              </a:ext>
            </a:extLst>
          </p:cNvPr>
          <p:cNvSpPr/>
          <p:nvPr/>
        </p:nvSpPr>
        <p:spPr>
          <a:xfrm rot="5400000">
            <a:off x="2157412" y="1577974"/>
            <a:ext cx="3457575" cy="68294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911296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Fonzo, Greg A</dc:creator>
  <cp:lastModifiedBy>Fonzo, Greg A</cp:lastModifiedBy>
  <cp:revision>1</cp:revision>
  <dcterms:created xsi:type="dcterms:W3CDTF">2021-06-14T21:54:31Z</dcterms:created>
  <dcterms:modified xsi:type="dcterms:W3CDTF">2021-06-14T21:59:10Z</dcterms:modified>
</cp:coreProperties>
</file>